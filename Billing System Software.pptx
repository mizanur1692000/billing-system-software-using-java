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1" r:id="rId4"/>
    <p:sldId id="258" r:id="rId5"/>
    <p:sldId id="260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33CCFF"/>
    <a:srgbClr val="0000FF"/>
    <a:srgbClr val="0033CC"/>
    <a:srgbClr val="66FFFF"/>
    <a:srgbClr val="00FF00"/>
    <a:srgbClr val="0066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4D9931-F867-4A7F-BC66-EBFB0E9B7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5AE45D1-18E7-4B87-AC2D-B47D5778F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5F583F-3D39-4E7C-B24B-BDCA8CE6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A7301A-C24E-4A4B-AB60-17C5DB8A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8A1ABC5-74D1-4742-A4A8-1FC401310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3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BE3E5E-5065-4CDC-BF14-63DD614D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103B36-3CB0-482B-BA33-E0B9645D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F5AF23A-BDC4-4404-BDA2-C6CB5503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4D964B-FD20-49C4-BE31-6D23125F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5072A1-5A20-439B-B5D5-0AF2D0BD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4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9B72C7-9BC9-4F8A-91DC-782F7B7A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D107E6C-5DF3-4B0A-81C3-74540183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F3D7DD-56E4-43A5-B228-5DB4CF5A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42A59F-98DE-49C3-B94A-63A5B0E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AFACA32-7B72-4ACC-9076-BF1B7827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95EC48-EF56-44E4-90D7-0F0FE75FC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28E54E-89FD-4967-801A-99C674EE7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C460E6D-6A80-4F2B-9328-F3BAD5771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B2359BF-2861-498F-85CD-2D23AB30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DB7D1D-4822-4EBE-9FAD-1B7B42A2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53C764-5C99-44FA-A8FC-54212E5B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0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2D5D49-6CF6-496F-9C71-3D403E44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50BA117-191C-4DEE-B069-1C5BD86D6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50211C1-772E-4A77-84AE-788EB5F72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2D24565-2917-4AD1-96B8-180480BD8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753FB2E-55B6-4B60-AED0-D1EC1AD47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45F15BF6-1134-435F-B0BA-0553828E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CB3C7F9-B848-4226-89C2-B5798A29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636CEF7-7C3B-4203-8A45-862BD389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6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6E8771-390B-4ADA-8B2A-96F324FD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ED00976-B167-4D2D-AF0E-DD0D8E2F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31F5BF1-C2FE-4338-AEE2-D87D34B30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B2A1886-B845-43EF-B58D-823102EB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210C5E4-3788-4DBE-9579-A252D597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453E6AC-33F3-44DC-8D42-95C12C8D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BD7460B-55F6-4B8E-9E12-2D63CAE3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5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6F216F-F463-4F97-A1E9-91D4AC9A0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62DBC7-E109-41D6-BDBD-4FA98DBE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BA38FD7-74D0-4077-A358-D8102960F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5F9B7CE-5C1F-4539-825B-EF00A05A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C984C4B-8F38-4FED-8839-0D21BA8D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FFD552-48F0-453E-93E5-74A97351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7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64175E-770A-42A3-B28F-62D1666D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2C86ADC-5468-4794-B1E2-D3B7BBB09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7869224-0870-46AF-97C3-F8868BF50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BF8DEB7-4817-4F97-AC48-3415A403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CC0DAA8-777D-48AF-A2AE-BE558BE3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A463AC2-BE0E-4ACA-A151-602CFEFA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A3CA1F-C7EA-4BAF-9426-8F54D11E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5B665AB-F079-4CBC-8B37-A8C8C71BA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42302A-4D27-494E-924C-A2A8FF37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B11201-9F1E-4CCB-A958-5DC13E5A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95261C-BA4C-4CEC-AC01-0EDE8D7A8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9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D862B18-B325-441A-9DED-B5C23DB5B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BA6F984-A1C5-4DE1-90F5-85F83C077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AF8635-ED33-4548-9AEC-FB97C7A3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D37F75C-5291-44AF-8E12-05C73851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54EA5E-22B2-4D56-8AD3-A076E484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6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F0EB54E-1C02-409C-9495-793084ADA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75961D-6721-4D0E-809E-24DDD6634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C92E1B-12E6-4E96-9D01-CADC3D1371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B8FA0-A403-4832-B706-F701A349DAC5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2A41398-458D-4B57-803F-CCA524427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6FD1B0C-ED15-4286-891C-C64EAE9DD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6543F-AA25-4418-84C7-1AD48BA45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28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24C7CAE-BB21-4207-BD3C-D49A65F7F863}"/>
              </a:ext>
            </a:extLst>
          </p:cNvPr>
          <p:cNvSpPr/>
          <p:nvPr/>
        </p:nvSpPr>
        <p:spPr>
          <a:xfrm>
            <a:off x="0" y="0"/>
            <a:ext cx="6838122" cy="6858000"/>
          </a:xfrm>
          <a:custGeom>
            <a:avLst/>
            <a:gdLst>
              <a:gd name="connsiteX0" fmla="*/ 0 w 6838122"/>
              <a:gd name="connsiteY0" fmla="*/ 0 h 6858000"/>
              <a:gd name="connsiteX1" fmla="*/ 6838122 w 6838122"/>
              <a:gd name="connsiteY1" fmla="*/ 0 h 6858000"/>
              <a:gd name="connsiteX2" fmla="*/ 2756452 w 6838122"/>
              <a:gd name="connsiteY2" fmla="*/ 6858000 h 6858000"/>
              <a:gd name="connsiteX3" fmla="*/ 0 w 6838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122" h="6858000">
                <a:moveTo>
                  <a:pt x="0" y="0"/>
                </a:moveTo>
                <a:lnTo>
                  <a:pt x="6838122" y="0"/>
                </a:lnTo>
                <a:lnTo>
                  <a:pt x="27564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0B0D5E1A-FBB2-4890-8610-486E7EEF32EA}"/>
              </a:ext>
            </a:extLst>
          </p:cNvPr>
          <p:cNvSpPr/>
          <p:nvPr/>
        </p:nvSpPr>
        <p:spPr>
          <a:xfrm flipH="1">
            <a:off x="8971722" y="1245705"/>
            <a:ext cx="3220278" cy="5612296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140" y="0"/>
            <a:ext cx="6230816" cy="2113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8577" y="2113285"/>
            <a:ext cx="8539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Algerian" panose="04020705040A02060702" pitchFamily="82" charset="0"/>
              </a:rPr>
              <a:t>Billing System Software</a:t>
            </a:r>
            <a:endParaRPr lang="en-US" sz="4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9610" y="3811862"/>
            <a:ext cx="367747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rgbClr val="FFFF00"/>
                </a:solidFill>
                <a:latin typeface="Niagara Solid" panose="04020502070702020202" pitchFamily="82" charset="0"/>
              </a:rPr>
              <a:t>Presented By:</a:t>
            </a:r>
          </a:p>
          <a:p>
            <a:r>
              <a:rPr lang="en-US" sz="4400" dirty="0" smtClean="0">
                <a:solidFill>
                  <a:srgbClr val="FFFF00"/>
                </a:solidFill>
                <a:latin typeface="Niagara Solid" panose="04020502070702020202" pitchFamily="82" charset="0"/>
              </a:rPr>
              <a:t>Md. </a:t>
            </a:r>
            <a:r>
              <a:rPr lang="en-US" sz="4400" dirty="0" err="1" smtClean="0">
                <a:solidFill>
                  <a:srgbClr val="FFFF00"/>
                </a:solidFill>
                <a:latin typeface="Niagara Solid" panose="04020502070702020202" pitchFamily="82" charset="0"/>
              </a:rPr>
              <a:t>Mizanur</a:t>
            </a:r>
            <a:r>
              <a:rPr lang="en-US" sz="4400" dirty="0" smtClean="0">
                <a:solidFill>
                  <a:srgbClr val="FFFF00"/>
                </a:solidFill>
                <a:latin typeface="Niagara Solid" panose="04020502070702020202" pitchFamily="82" charset="0"/>
              </a:rPr>
              <a:t> Rahman</a:t>
            </a:r>
          </a:p>
          <a:p>
            <a:r>
              <a:rPr lang="en-US" sz="4400" dirty="0" smtClean="0">
                <a:solidFill>
                  <a:srgbClr val="FFFF00"/>
                </a:solidFill>
                <a:latin typeface="Niagara Solid" panose="04020502070702020202" pitchFamily="82" charset="0"/>
              </a:rPr>
              <a:t>ID: 201014061</a:t>
            </a:r>
          </a:p>
          <a:p>
            <a:r>
              <a:rPr lang="en-US" sz="4400" dirty="0" smtClean="0">
                <a:solidFill>
                  <a:srgbClr val="FFFF00"/>
                </a:solidFill>
                <a:latin typeface="Niagara Solid" panose="04020502070702020202" pitchFamily="82" charset="0"/>
              </a:rPr>
              <a:t>Sec: 01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79025" y="2826431"/>
            <a:ext cx="45132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33CC"/>
                </a:solidFill>
                <a:latin typeface="Agency FB" panose="020B0503020202020204" pitchFamily="34" charset="0"/>
              </a:rPr>
              <a:t>Course Title: Programming with JAVA</a:t>
            </a:r>
          </a:p>
          <a:p>
            <a:r>
              <a:rPr lang="en-US" sz="2800" dirty="0" smtClean="0">
                <a:solidFill>
                  <a:srgbClr val="FF33CC"/>
                </a:solidFill>
                <a:latin typeface="Agency FB" panose="020B0503020202020204" pitchFamily="34" charset="0"/>
              </a:rPr>
              <a:t>Course Code: CSE 412</a:t>
            </a:r>
            <a:endParaRPr lang="en-US" sz="2800" dirty="0">
              <a:solidFill>
                <a:srgbClr val="FF33CC"/>
              </a:solidFill>
              <a:latin typeface="Agency FB" panose="020B05030202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95969" y="3779600"/>
            <a:ext cx="363517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iagara Solid" panose="04020502070702020202" pitchFamily="82" charset="0"/>
              </a:rPr>
              <a:t>Presented To:</a:t>
            </a:r>
          </a:p>
          <a:p>
            <a:r>
              <a:rPr 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iagara Solid" panose="04020502070702020202" pitchFamily="82" charset="0"/>
              </a:rPr>
              <a:t>Md. </a:t>
            </a:r>
            <a:r>
              <a:rPr lang="en-US" sz="4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Niagara Solid" panose="04020502070702020202" pitchFamily="82" charset="0"/>
              </a:rPr>
              <a:t>Ashikur</a:t>
            </a:r>
            <a:r>
              <a:rPr 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iagara Solid" panose="04020502070702020202" pitchFamily="82" charset="0"/>
              </a:rPr>
              <a:t> Rahman</a:t>
            </a:r>
          </a:p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Niagara Solid" panose="04020502070702020202" pitchFamily="82" charset="0"/>
              </a:rPr>
              <a:t>Assistant </a:t>
            </a:r>
            <a:r>
              <a:rPr 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iagara Solid" panose="04020502070702020202" pitchFamily="82" charset="0"/>
              </a:rPr>
              <a:t>Professor (CSE),</a:t>
            </a:r>
          </a:p>
          <a:p>
            <a:r>
              <a:rPr 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Niagara Solid" panose="04020502070702020202" pitchFamily="82" charset="0"/>
              </a:rPr>
              <a:t>ULAB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01E2FA84-B23D-421C-9F00-BF1B6815D95F}"/>
              </a:ext>
            </a:extLst>
          </p:cNvPr>
          <p:cNvSpPr/>
          <p:nvPr/>
        </p:nvSpPr>
        <p:spPr>
          <a:xfrm>
            <a:off x="0" y="-26157"/>
            <a:ext cx="6639339" cy="6858000"/>
          </a:xfrm>
          <a:custGeom>
            <a:avLst/>
            <a:gdLst>
              <a:gd name="connsiteX0" fmla="*/ 0 w 6639339"/>
              <a:gd name="connsiteY0" fmla="*/ 0 h 6858000"/>
              <a:gd name="connsiteX1" fmla="*/ 6639339 w 6639339"/>
              <a:gd name="connsiteY1" fmla="*/ 0 h 6858000"/>
              <a:gd name="connsiteX2" fmla="*/ 2279374 w 6639339"/>
              <a:gd name="connsiteY2" fmla="*/ 6858000 h 6858000"/>
              <a:gd name="connsiteX3" fmla="*/ 0 w 663933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9339" h="6858000">
                <a:moveTo>
                  <a:pt x="0" y="0"/>
                </a:moveTo>
                <a:lnTo>
                  <a:pt x="6639339" y="0"/>
                </a:lnTo>
                <a:lnTo>
                  <a:pt x="22793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xmlns="" id="{A8E3A921-FE52-4B81-884D-2FB6C82E47FC}"/>
              </a:ext>
            </a:extLst>
          </p:cNvPr>
          <p:cNvSpPr/>
          <p:nvPr/>
        </p:nvSpPr>
        <p:spPr>
          <a:xfrm flipH="1">
            <a:off x="8825948" y="1179443"/>
            <a:ext cx="3366052" cy="5678557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596603" y="2475989"/>
            <a:ext cx="2267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00FFFF"/>
                </a:solidFill>
                <a:latin typeface="Oswald" panose="02000503000000000000" pitchFamily="2" charset="0"/>
              </a:rPr>
              <a:t>Objectives</a:t>
            </a:r>
            <a:endParaRPr lang="en-US" sz="4000" dirty="0">
              <a:solidFill>
                <a:srgbClr val="00FFFF"/>
              </a:solidFill>
              <a:latin typeface="Oswald" panose="020005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807F423-18FC-487E-ACFE-B129D9073ACF}"/>
              </a:ext>
            </a:extLst>
          </p:cNvPr>
          <p:cNvSpPr txBox="1"/>
          <p:nvPr/>
        </p:nvSpPr>
        <p:spPr>
          <a:xfrm>
            <a:off x="-2693" y="122914"/>
            <a:ext cx="6765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Billing System Software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121AD2F-A247-451E-AC08-8FAA20B8F78B}"/>
              </a:ext>
            </a:extLst>
          </p:cNvPr>
          <p:cNvGrpSpPr/>
          <p:nvPr/>
        </p:nvGrpSpPr>
        <p:grpSpPr>
          <a:xfrm>
            <a:off x="103026" y="705583"/>
            <a:ext cx="5876508" cy="550304"/>
            <a:chOff x="391575" y="1179443"/>
            <a:chExt cx="2165978" cy="229733"/>
          </a:xfrm>
          <a:solidFill>
            <a:srgbClr val="00FF00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0F2BE7D-1004-411C-AA90-339717B88E3F}"/>
                </a:ext>
              </a:extLst>
            </p:cNvPr>
            <p:cNvSpPr/>
            <p:nvPr/>
          </p:nvSpPr>
          <p:spPr>
            <a:xfrm>
              <a:off x="391575" y="1179443"/>
              <a:ext cx="2165978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xmlns="" id="{891329A0-5CE1-4213-8F50-0B103CD06468}"/>
                </a:ext>
              </a:extLst>
            </p:cNvPr>
            <p:cNvSpPr/>
            <p:nvPr/>
          </p:nvSpPr>
          <p:spPr>
            <a:xfrm flipV="1">
              <a:off x="1348853" y="1192433"/>
              <a:ext cx="251422" cy="21674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xmlns="" id="{6647B4C1-4C11-425B-B767-1C59A51BA7E1}"/>
              </a:ext>
            </a:extLst>
          </p:cNvPr>
          <p:cNvGrpSpPr/>
          <p:nvPr/>
        </p:nvGrpSpPr>
        <p:grpSpPr>
          <a:xfrm>
            <a:off x="5254203" y="886813"/>
            <a:ext cx="2602517" cy="914400"/>
            <a:chOff x="5216770" y="1129929"/>
            <a:chExt cx="2602517" cy="9144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EEE4C7C3-341B-493B-A8BE-B7F26DA08B41}"/>
                </a:ext>
              </a:extLst>
            </p:cNvPr>
            <p:cNvSpPr/>
            <p:nvPr/>
          </p:nvSpPr>
          <p:spPr>
            <a:xfrm>
              <a:off x="5216770" y="1129929"/>
              <a:ext cx="914400" cy="914400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xmlns="" id="{5A78103E-7CD1-4EBA-852D-E33885483B64}"/>
                </a:ext>
              </a:extLst>
            </p:cNvPr>
            <p:cNvSpPr txBox="1"/>
            <p:nvPr/>
          </p:nvSpPr>
          <p:spPr>
            <a:xfrm>
              <a:off x="6282806" y="1225397"/>
              <a:ext cx="15364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002060"/>
                  </a:solidFill>
                  <a:latin typeface="Oswald" panose="02000503000000000000" pitchFamily="2" charset="0"/>
                </a:rPr>
                <a:t>Overview</a:t>
              </a:r>
              <a:endParaRPr lang="en-US" sz="3200" b="1" dirty="0">
                <a:solidFill>
                  <a:srgbClr val="002060"/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3DF8144B-902E-45FA-905A-5D0F9F4B698E}"/>
                </a:ext>
              </a:extLst>
            </p:cNvPr>
            <p:cNvCxnSpPr/>
            <p:nvPr/>
          </p:nvCxnSpPr>
          <p:spPr>
            <a:xfrm>
              <a:off x="6400800" y="1810172"/>
              <a:ext cx="1287887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xmlns="" id="{8F661835-95CE-4429-BF2C-FBF354C56B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368406" y="1442245"/>
              <a:ext cx="611128" cy="28976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B7C2FA9B-85F7-41F5-B22E-A03E2BAD6B1A}"/>
              </a:ext>
            </a:extLst>
          </p:cNvPr>
          <p:cNvGrpSpPr/>
          <p:nvPr/>
        </p:nvGrpSpPr>
        <p:grpSpPr>
          <a:xfrm>
            <a:off x="4556604" y="2050898"/>
            <a:ext cx="6435464" cy="914400"/>
            <a:chOff x="4285972" y="2538820"/>
            <a:chExt cx="6391727" cy="9144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FFF45219-19D5-4AA3-9FFC-ACFD8E8F676B}"/>
                </a:ext>
              </a:extLst>
            </p:cNvPr>
            <p:cNvSpPr/>
            <p:nvPr/>
          </p:nvSpPr>
          <p:spPr>
            <a:xfrm>
              <a:off x="4285972" y="2538820"/>
              <a:ext cx="914400" cy="9144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1892DE8E-4B55-4536-B331-3F493F0AA6D4}"/>
                </a:ext>
              </a:extLst>
            </p:cNvPr>
            <p:cNvSpPr txBox="1"/>
            <p:nvPr/>
          </p:nvSpPr>
          <p:spPr>
            <a:xfrm>
              <a:off x="5372119" y="2748607"/>
              <a:ext cx="53055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2060"/>
                  </a:solidFill>
                  <a:latin typeface="Oswald" panose="02000503000000000000"/>
                </a:rPr>
                <a:t>Understanding the </a:t>
              </a:r>
              <a:r>
                <a:rPr lang="en-US" sz="3200" b="1" dirty="0" smtClean="0">
                  <a:solidFill>
                    <a:srgbClr val="002060"/>
                  </a:solidFill>
                  <a:latin typeface="Oswald" panose="02000503000000000000"/>
                </a:rPr>
                <a:t>requirements</a:t>
              </a:r>
              <a:endParaRPr lang="en-US" sz="3200" dirty="0">
                <a:solidFill>
                  <a:srgbClr val="002060"/>
                </a:solidFill>
                <a:latin typeface="Oswald" panose="0200050300000000000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D48F106F-596E-44E4-97C7-C5872B105DBD}"/>
                </a:ext>
              </a:extLst>
            </p:cNvPr>
            <p:cNvCxnSpPr/>
            <p:nvPr/>
          </p:nvCxnSpPr>
          <p:spPr>
            <a:xfrm flipV="1">
              <a:off x="5286510" y="3400403"/>
              <a:ext cx="4809407" cy="244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E7572971-8AA5-4576-96DA-21E28A6A49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4437608" y="2851136"/>
              <a:ext cx="611128" cy="289768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CE797B49-FC5E-486C-AC20-727A982C3468}"/>
              </a:ext>
            </a:extLst>
          </p:cNvPr>
          <p:cNvGrpSpPr/>
          <p:nvPr/>
        </p:nvGrpSpPr>
        <p:grpSpPr>
          <a:xfrm>
            <a:off x="3761232" y="3200614"/>
            <a:ext cx="4695318" cy="914400"/>
            <a:chOff x="3355174" y="3947711"/>
            <a:chExt cx="4708728" cy="9144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CB76D232-2706-4987-B315-51C0752ACC6E}"/>
                </a:ext>
              </a:extLst>
            </p:cNvPr>
            <p:cNvSpPr/>
            <p:nvPr/>
          </p:nvSpPr>
          <p:spPr>
            <a:xfrm>
              <a:off x="3355174" y="3947711"/>
              <a:ext cx="914400" cy="914400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42AB6B8B-5572-46BA-BB2A-5EBD2B2FB4FA}"/>
                </a:ext>
              </a:extLst>
            </p:cNvPr>
            <p:cNvSpPr txBox="1"/>
            <p:nvPr/>
          </p:nvSpPr>
          <p:spPr>
            <a:xfrm>
              <a:off x="4283821" y="4134582"/>
              <a:ext cx="37800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2060"/>
                  </a:solidFill>
                  <a:latin typeface="Oswald" panose="02000503000000000000"/>
                </a:rPr>
                <a:t>Design and </a:t>
              </a:r>
              <a:r>
                <a:rPr lang="en-US" sz="3200" b="1" dirty="0" smtClean="0">
                  <a:solidFill>
                    <a:srgbClr val="002060"/>
                  </a:solidFill>
                  <a:latin typeface="Oswald" panose="02000503000000000000"/>
                </a:rPr>
                <a:t>Development</a:t>
              </a:r>
              <a:endParaRPr lang="en-US" sz="3200" dirty="0">
                <a:solidFill>
                  <a:srgbClr val="002060"/>
                </a:solidFill>
                <a:latin typeface="Oswald" panose="0200050300000000000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13A29F02-A498-489E-9D23-51DF8D299D63}"/>
                </a:ext>
              </a:extLst>
            </p:cNvPr>
            <p:cNvCxnSpPr/>
            <p:nvPr/>
          </p:nvCxnSpPr>
          <p:spPr>
            <a:xfrm flipV="1">
              <a:off x="4355712" y="4797228"/>
              <a:ext cx="3358589" cy="14506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xmlns="" id="{DD59E98B-F1FF-4990-AE24-46D881574B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3506810" y="4260027"/>
              <a:ext cx="611128" cy="289768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xmlns="" id="{D4E02F0F-A967-4F57-B11E-80724B241511}"/>
              </a:ext>
            </a:extLst>
          </p:cNvPr>
          <p:cNvGrpSpPr/>
          <p:nvPr/>
        </p:nvGrpSpPr>
        <p:grpSpPr>
          <a:xfrm>
            <a:off x="3082287" y="4364916"/>
            <a:ext cx="3999889" cy="914400"/>
            <a:chOff x="2424376" y="5356602"/>
            <a:chExt cx="3999889" cy="9144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xmlns="" id="{A86B350F-1145-4A37-94A8-4E9F5B0B4F6F}"/>
                </a:ext>
              </a:extLst>
            </p:cNvPr>
            <p:cNvSpPr/>
            <p:nvPr/>
          </p:nvSpPr>
          <p:spPr>
            <a:xfrm>
              <a:off x="2424376" y="5356602"/>
              <a:ext cx="914400" cy="9144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E1DAF91E-1E2F-4CA2-AB00-0323E89504BB}"/>
                </a:ext>
              </a:extLst>
            </p:cNvPr>
            <p:cNvSpPr txBox="1"/>
            <p:nvPr/>
          </p:nvSpPr>
          <p:spPr>
            <a:xfrm>
              <a:off x="3424914" y="5473139"/>
              <a:ext cx="29993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Result / Analysis</a:t>
              </a:r>
              <a:endParaRPr lang="en-US" sz="32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F0A0089A-1401-467D-A901-B5E154E8A00F}"/>
                </a:ext>
              </a:extLst>
            </p:cNvPr>
            <p:cNvCxnSpPr/>
            <p:nvPr/>
          </p:nvCxnSpPr>
          <p:spPr>
            <a:xfrm flipV="1">
              <a:off x="3420970" y="6168431"/>
              <a:ext cx="2430338" cy="608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xmlns="" id="{83CAFFDB-9454-4AA1-A9B4-56565592D0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2576012" y="5668918"/>
              <a:ext cx="611128" cy="28976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D4E02F0F-A967-4F57-B11E-80724B241511}"/>
              </a:ext>
            </a:extLst>
          </p:cNvPr>
          <p:cNvGrpSpPr/>
          <p:nvPr/>
        </p:nvGrpSpPr>
        <p:grpSpPr>
          <a:xfrm>
            <a:off x="2344841" y="5550137"/>
            <a:ext cx="3999889" cy="914400"/>
            <a:chOff x="2424376" y="5356602"/>
            <a:chExt cx="3999889" cy="9144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xmlns="" id="{A86B350F-1145-4A37-94A8-4E9F5B0B4F6F}"/>
                </a:ext>
              </a:extLst>
            </p:cNvPr>
            <p:cNvSpPr/>
            <p:nvPr/>
          </p:nvSpPr>
          <p:spPr>
            <a:xfrm>
              <a:off x="2424376" y="5356602"/>
              <a:ext cx="914400" cy="914400"/>
            </a:xfrm>
            <a:prstGeom prst="ellipse">
              <a:avLst/>
            </a:prstGeom>
            <a:solidFill>
              <a:srgbClr val="FF33CC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E1DAF91E-1E2F-4CA2-AB00-0323E89504BB}"/>
                </a:ext>
              </a:extLst>
            </p:cNvPr>
            <p:cNvSpPr txBox="1"/>
            <p:nvPr/>
          </p:nvSpPr>
          <p:spPr>
            <a:xfrm>
              <a:off x="3424914" y="5473139"/>
              <a:ext cx="29993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Conclusion</a:t>
              </a:r>
              <a:endParaRPr lang="en-US" sz="32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xmlns="" id="{F0A0089A-1401-467D-A901-B5E154E8A00F}"/>
                </a:ext>
              </a:extLst>
            </p:cNvPr>
            <p:cNvCxnSpPr/>
            <p:nvPr/>
          </p:nvCxnSpPr>
          <p:spPr>
            <a:xfrm flipV="1">
              <a:off x="3420970" y="6168431"/>
              <a:ext cx="2430338" cy="608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xmlns="" id="{83CAFFDB-9454-4AA1-A9B4-56565592D0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2576012" y="5668918"/>
              <a:ext cx="611128" cy="289768"/>
            </a:xfrm>
            <a:prstGeom prst="rect">
              <a:avLst/>
            </a:prstGeom>
          </p:spPr>
        </p:pic>
      </p:grpSp>
      <p:sp>
        <p:nvSpPr>
          <p:cNvPr id="54" name="Rectangle 53"/>
          <p:cNvSpPr/>
          <p:nvPr/>
        </p:nvSpPr>
        <p:spPr>
          <a:xfrm>
            <a:off x="9852338" y="5197773"/>
            <a:ext cx="2339662" cy="1660227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2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24C7CAE-BB21-4207-BD3C-D49A65F7F863}"/>
              </a:ext>
            </a:extLst>
          </p:cNvPr>
          <p:cNvSpPr/>
          <p:nvPr/>
        </p:nvSpPr>
        <p:spPr>
          <a:xfrm>
            <a:off x="0" y="0"/>
            <a:ext cx="3655553" cy="6858000"/>
          </a:xfrm>
          <a:custGeom>
            <a:avLst/>
            <a:gdLst>
              <a:gd name="connsiteX0" fmla="*/ 0 w 6838122"/>
              <a:gd name="connsiteY0" fmla="*/ 0 h 6858000"/>
              <a:gd name="connsiteX1" fmla="*/ 6838122 w 6838122"/>
              <a:gd name="connsiteY1" fmla="*/ 0 h 6858000"/>
              <a:gd name="connsiteX2" fmla="*/ 2756452 w 6838122"/>
              <a:gd name="connsiteY2" fmla="*/ 6858000 h 6858000"/>
              <a:gd name="connsiteX3" fmla="*/ 0 w 6838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122" h="6858000">
                <a:moveTo>
                  <a:pt x="0" y="0"/>
                </a:moveTo>
                <a:lnTo>
                  <a:pt x="6838122" y="0"/>
                </a:lnTo>
                <a:lnTo>
                  <a:pt x="27564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0B0D5E1A-FBB2-4890-8610-486E7EEF32EA}"/>
              </a:ext>
            </a:extLst>
          </p:cNvPr>
          <p:cNvSpPr/>
          <p:nvPr/>
        </p:nvSpPr>
        <p:spPr>
          <a:xfrm flipH="1">
            <a:off x="8971722" y="1245705"/>
            <a:ext cx="3220278" cy="5612296"/>
          </a:xfrm>
          <a:prstGeom prst="rtTriangl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30CB4F4E-D9E8-4064-9F48-4AF0E0BF072D}"/>
              </a:ext>
            </a:extLst>
          </p:cNvPr>
          <p:cNvGrpSpPr/>
          <p:nvPr/>
        </p:nvGrpSpPr>
        <p:grpSpPr>
          <a:xfrm>
            <a:off x="1901742" y="3396091"/>
            <a:ext cx="5565611" cy="914400"/>
            <a:chOff x="5638800" y="788505"/>
            <a:chExt cx="5565611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29BB589A-7177-495A-901D-9A78C624B2EE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CA1A09DD-DE30-4F6A-8352-92AFD79D5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A86C6E85-6393-4A63-9C98-0DE14EE6636D}"/>
                </a:ext>
              </a:extLst>
            </p:cNvPr>
            <p:cNvSpPr txBox="1"/>
            <p:nvPr/>
          </p:nvSpPr>
          <p:spPr>
            <a:xfrm>
              <a:off x="6608906" y="861273"/>
              <a:ext cx="459550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/>
                </a:rPr>
                <a:t>Billing</a:t>
              </a:r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 System Software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38848C20-420B-490A-9BC6-73A66E50010A}"/>
                </a:ext>
              </a:extLst>
            </p:cNvPr>
            <p:cNvCxnSpPr/>
            <p:nvPr/>
          </p:nvCxnSpPr>
          <p:spPr>
            <a:xfrm>
              <a:off x="6704836" y="1474648"/>
              <a:ext cx="4286016" cy="34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93714A11-0503-4395-9EE0-4AC4693F2DC9}"/>
              </a:ext>
            </a:extLst>
          </p:cNvPr>
          <p:cNvGrpSpPr/>
          <p:nvPr/>
        </p:nvGrpSpPr>
        <p:grpSpPr>
          <a:xfrm>
            <a:off x="1549085" y="4529170"/>
            <a:ext cx="4462045" cy="914400"/>
            <a:chOff x="5638800" y="788505"/>
            <a:chExt cx="4462045" cy="9144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ADDF30F3-6A68-4C78-B5FF-32DE5CFC5347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xmlns="" id="{B2DA4257-3202-40A2-AB5B-296F80917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F5BA0C7F-AD58-4A67-A827-00F8D55570E5}"/>
                </a:ext>
              </a:extLst>
            </p:cNvPr>
            <p:cNvSpPr txBox="1"/>
            <p:nvPr/>
          </p:nvSpPr>
          <p:spPr>
            <a:xfrm>
              <a:off x="6555006" y="939453"/>
              <a:ext cx="35458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Calculate Bill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E42D0EFE-33E7-4FCA-B0DE-74E1BE9BEAEC}"/>
                </a:ext>
              </a:extLst>
            </p:cNvPr>
            <p:cNvCxnSpPr/>
            <p:nvPr/>
          </p:nvCxnSpPr>
          <p:spPr>
            <a:xfrm flipV="1">
              <a:off x="6669111" y="1509172"/>
              <a:ext cx="3317630" cy="140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443F0CC9-CCA5-4E42-854E-AB5C8BACD2B5}"/>
              </a:ext>
            </a:extLst>
          </p:cNvPr>
          <p:cNvGrpSpPr/>
          <p:nvPr/>
        </p:nvGrpSpPr>
        <p:grpSpPr>
          <a:xfrm>
            <a:off x="1170346" y="5705180"/>
            <a:ext cx="5394587" cy="914400"/>
            <a:chOff x="5638800" y="788505"/>
            <a:chExt cx="5394587" cy="914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253DEBB6-7A88-4465-8371-6BB4A162D388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xmlns="" id="{3E94A877-0ED2-492B-8371-00E661B9CF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7EAF6BC4-CAA9-4C16-BC74-6F7BF711FFD1}"/>
                </a:ext>
              </a:extLst>
            </p:cNvPr>
            <p:cNvSpPr txBox="1"/>
            <p:nvPr/>
          </p:nvSpPr>
          <p:spPr>
            <a:xfrm>
              <a:off x="6704836" y="931665"/>
              <a:ext cx="432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Input and Display Bill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9F48B5C7-B452-464C-8DA2-8BDB7F31A8C8}"/>
                </a:ext>
              </a:extLst>
            </p:cNvPr>
            <p:cNvCxnSpPr/>
            <p:nvPr/>
          </p:nvCxnSpPr>
          <p:spPr>
            <a:xfrm flipV="1">
              <a:off x="6704836" y="1454885"/>
              <a:ext cx="4074306" cy="197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188008" y="322681"/>
            <a:ext cx="25800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rgbClr val="00FFFF"/>
                </a:solidFill>
                <a:latin typeface="Oswald" panose="02000503000000000000" pitchFamily="2" charset="0"/>
              </a:rPr>
              <a:t>Overview</a:t>
            </a:r>
            <a:endParaRPr lang="en-US" sz="4400" dirty="0">
              <a:solidFill>
                <a:srgbClr val="00FFFF"/>
              </a:solidFill>
              <a:latin typeface="Oswald" panose="02000503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430920" y="1783962"/>
            <a:ext cx="214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Oswald" panose="02000503000000000000" pitchFamily="2" charset="0"/>
              </a:rPr>
              <a:t>Key Points</a:t>
            </a:r>
            <a:endParaRPr lang="en-US" sz="3200" dirty="0">
              <a:solidFill>
                <a:srgbClr val="FF0000"/>
              </a:solidFill>
              <a:latin typeface="Oswald" panose="02000503000000000000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5121AD2F-A247-451E-AC08-8FAA20B8F78B}"/>
              </a:ext>
            </a:extLst>
          </p:cNvPr>
          <p:cNvGrpSpPr/>
          <p:nvPr/>
        </p:nvGrpSpPr>
        <p:grpSpPr>
          <a:xfrm>
            <a:off x="214418" y="1019092"/>
            <a:ext cx="2364978" cy="405808"/>
            <a:chOff x="391575" y="1179443"/>
            <a:chExt cx="2165978" cy="229733"/>
          </a:xfrm>
          <a:solidFill>
            <a:srgbClr val="FFFF00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10F2BE7D-1004-411C-AA90-339717B88E3F}"/>
                </a:ext>
              </a:extLst>
            </p:cNvPr>
            <p:cNvSpPr/>
            <p:nvPr/>
          </p:nvSpPr>
          <p:spPr>
            <a:xfrm>
              <a:off x="391575" y="1179443"/>
              <a:ext cx="2165978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xmlns="" id="{891329A0-5CE1-4213-8F50-0B103CD06468}"/>
                </a:ext>
              </a:extLst>
            </p:cNvPr>
            <p:cNvSpPr/>
            <p:nvPr/>
          </p:nvSpPr>
          <p:spPr>
            <a:xfrm flipV="1">
              <a:off x="1348853" y="1192433"/>
              <a:ext cx="251422" cy="21674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321" y="50611"/>
            <a:ext cx="5484679" cy="33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1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24C7CAE-BB21-4207-BD3C-D49A65F7F863}"/>
              </a:ext>
            </a:extLst>
          </p:cNvPr>
          <p:cNvSpPr/>
          <p:nvPr/>
        </p:nvSpPr>
        <p:spPr>
          <a:xfrm>
            <a:off x="1" y="0"/>
            <a:ext cx="2816142" cy="6858000"/>
          </a:xfrm>
          <a:custGeom>
            <a:avLst/>
            <a:gdLst>
              <a:gd name="connsiteX0" fmla="*/ 0 w 6838122"/>
              <a:gd name="connsiteY0" fmla="*/ 0 h 6858000"/>
              <a:gd name="connsiteX1" fmla="*/ 6838122 w 6838122"/>
              <a:gd name="connsiteY1" fmla="*/ 0 h 6858000"/>
              <a:gd name="connsiteX2" fmla="*/ 2756452 w 6838122"/>
              <a:gd name="connsiteY2" fmla="*/ 6858000 h 6858000"/>
              <a:gd name="connsiteX3" fmla="*/ 0 w 6838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122" h="6858000">
                <a:moveTo>
                  <a:pt x="0" y="0"/>
                </a:moveTo>
                <a:lnTo>
                  <a:pt x="6838122" y="0"/>
                </a:lnTo>
                <a:lnTo>
                  <a:pt x="27564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0B0D5E1A-FBB2-4890-8610-486E7EEF32EA}"/>
              </a:ext>
            </a:extLst>
          </p:cNvPr>
          <p:cNvSpPr/>
          <p:nvPr/>
        </p:nvSpPr>
        <p:spPr>
          <a:xfrm flipH="1">
            <a:off x="8971722" y="1245705"/>
            <a:ext cx="3220278" cy="5612296"/>
          </a:xfrm>
          <a:prstGeom prst="rtTriangl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61362F64-A350-42A2-B0C8-3220904E21A2}"/>
              </a:ext>
            </a:extLst>
          </p:cNvPr>
          <p:cNvGrpSpPr/>
          <p:nvPr/>
        </p:nvGrpSpPr>
        <p:grpSpPr>
          <a:xfrm>
            <a:off x="1583428" y="2730999"/>
            <a:ext cx="4087433" cy="914400"/>
            <a:chOff x="5638800" y="788505"/>
            <a:chExt cx="4087433" cy="9144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00A7A327-60C0-44BF-A6BB-9C361C42F2D4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DD89E3C2-65CF-4AB5-9BE3-4D5D2E1BF6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8DA2A0DE-66FE-4F1B-B777-7FFE48A530F1}"/>
                </a:ext>
              </a:extLst>
            </p:cNvPr>
            <p:cNvSpPr txBox="1"/>
            <p:nvPr/>
          </p:nvSpPr>
          <p:spPr>
            <a:xfrm>
              <a:off x="6617132" y="942891"/>
              <a:ext cx="3109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Used modern tools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00697DF5-D180-485C-A260-C5FD17E84D55}"/>
                </a:ext>
              </a:extLst>
            </p:cNvPr>
            <p:cNvCxnSpPr/>
            <p:nvPr/>
          </p:nvCxnSpPr>
          <p:spPr>
            <a:xfrm flipV="1">
              <a:off x="6707838" y="1466111"/>
              <a:ext cx="2784825" cy="7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30CB4F4E-D9E8-4064-9F48-4AF0E0BF072D}"/>
              </a:ext>
            </a:extLst>
          </p:cNvPr>
          <p:cNvGrpSpPr/>
          <p:nvPr/>
        </p:nvGrpSpPr>
        <p:grpSpPr>
          <a:xfrm>
            <a:off x="1318898" y="3745482"/>
            <a:ext cx="5565611" cy="914400"/>
            <a:chOff x="5638800" y="788505"/>
            <a:chExt cx="5565611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29BB589A-7177-495A-901D-9A78C624B2EE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CA1A09DD-DE30-4F6A-8352-92AFD79D5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A86C6E85-6393-4A63-9C98-0DE14EE6636D}"/>
                </a:ext>
              </a:extLst>
            </p:cNvPr>
            <p:cNvSpPr txBox="1"/>
            <p:nvPr/>
          </p:nvSpPr>
          <p:spPr>
            <a:xfrm>
              <a:off x="6608906" y="861273"/>
              <a:ext cx="459550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Broad Uses of Billing System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38848C20-420B-490A-9BC6-73A66E50010A}"/>
                </a:ext>
              </a:extLst>
            </p:cNvPr>
            <p:cNvCxnSpPr/>
            <p:nvPr/>
          </p:nvCxnSpPr>
          <p:spPr>
            <a:xfrm>
              <a:off x="6704836" y="1474648"/>
              <a:ext cx="4286016" cy="34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93714A11-0503-4395-9EE0-4AC4693F2DC9}"/>
              </a:ext>
            </a:extLst>
          </p:cNvPr>
          <p:cNvGrpSpPr/>
          <p:nvPr/>
        </p:nvGrpSpPr>
        <p:grpSpPr>
          <a:xfrm>
            <a:off x="1039322" y="4770544"/>
            <a:ext cx="4462045" cy="914400"/>
            <a:chOff x="5638800" y="788505"/>
            <a:chExt cx="4462045" cy="9144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ADDF30F3-6A68-4C78-B5FF-32DE5CFC5347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xmlns="" id="{B2DA4257-3202-40A2-AB5B-296F80917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F5BA0C7F-AD58-4A67-A827-00F8D55570E5}"/>
                </a:ext>
              </a:extLst>
            </p:cNvPr>
            <p:cNvSpPr txBox="1"/>
            <p:nvPr/>
          </p:nvSpPr>
          <p:spPr>
            <a:xfrm>
              <a:off x="6555006" y="939453"/>
              <a:ext cx="35458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Used For Calculate Bill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E42D0EFE-33E7-4FCA-B0DE-74E1BE9BEAEC}"/>
                </a:ext>
              </a:extLst>
            </p:cNvPr>
            <p:cNvCxnSpPr/>
            <p:nvPr/>
          </p:nvCxnSpPr>
          <p:spPr>
            <a:xfrm flipV="1">
              <a:off x="6669111" y="1509172"/>
              <a:ext cx="3317630" cy="140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443F0CC9-CCA5-4E42-854E-AB5C8BACD2B5}"/>
              </a:ext>
            </a:extLst>
          </p:cNvPr>
          <p:cNvGrpSpPr/>
          <p:nvPr/>
        </p:nvGrpSpPr>
        <p:grpSpPr>
          <a:xfrm>
            <a:off x="829570" y="5803394"/>
            <a:ext cx="5394587" cy="914400"/>
            <a:chOff x="5638800" y="788505"/>
            <a:chExt cx="5394587" cy="914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253DEBB6-7A88-4465-8371-6BB4A162D388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xmlns="" id="{3E94A877-0ED2-492B-8371-00E661B9CF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7EAF6BC4-CAA9-4C16-BC74-6F7BF711FFD1}"/>
                </a:ext>
              </a:extLst>
            </p:cNvPr>
            <p:cNvSpPr txBox="1"/>
            <p:nvPr/>
          </p:nvSpPr>
          <p:spPr>
            <a:xfrm>
              <a:off x="6704836" y="931665"/>
              <a:ext cx="432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Need Basic Feature of JAVA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9F48B5C7-B452-464C-8DA2-8BDB7F31A8C8}"/>
                </a:ext>
              </a:extLst>
            </p:cNvPr>
            <p:cNvCxnSpPr/>
            <p:nvPr/>
          </p:nvCxnSpPr>
          <p:spPr>
            <a:xfrm flipV="1">
              <a:off x="6704836" y="1454885"/>
              <a:ext cx="4074306" cy="197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188007" y="322681"/>
            <a:ext cx="6022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Oswald" panose="02000503000000000000"/>
              </a:rPr>
              <a:t>Understanding the requirements</a:t>
            </a:r>
            <a:endParaRPr lang="en-US" sz="3200" dirty="0">
              <a:solidFill>
                <a:srgbClr val="FF0000"/>
              </a:solidFill>
              <a:latin typeface="Oswald" panose="0200050300000000000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391257" y="1164413"/>
            <a:ext cx="214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FF00"/>
                </a:solidFill>
                <a:latin typeface="Oswald" panose="02000503000000000000" pitchFamily="2" charset="0"/>
              </a:rPr>
              <a:t>Key Points</a:t>
            </a:r>
            <a:endParaRPr lang="en-US" sz="3200" dirty="0">
              <a:solidFill>
                <a:srgbClr val="FFFF00"/>
              </a:solidFill>
              <a:latin typeface="Oswald" panose="02000503000000000000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5121AD2F-A247-451E-AC08-8FAA20B8F78B}"/>
              </a:ext>
            </a:extLst>
          </p:cNvPr>
          <p:cNvGrpSpPr/>
          <p:nvPr/>
        </p:nvGrpSpPr>
        <p:grpSpPr>
          <a:xfrm>
            <a:off x="198690" y="894063"/>
            <a:ext cx="5675489" cy="405808"/>
            <a:chOff x="391575" y="1179443"/>
            <a:chExt cx="2165978" cy="229733"/>
          </a:xfrm>
          <a:solidFill>
            <a:srgbClr val="00B0F0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10F2BE7D-1004-411C-AA90-339717B88E3F}"/>
                </a:ext>
              </a:extLst>
            </p:cNvPr>
            <p:cNvSpPr/>
            <p:nvPr/>
          </p:nvSpPr>
          <p:spPr>
            <a:xfrm>
              <a:off x="391575" y="1179443"/>
              <a:ext cx="2165978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xmlns="" id="{891329A0-5CE1-4213-8F50-0B103CD06468}"/>
                </a:ext>
              </a:extLst>
            </p:cNvPr>
            <p:cNvSpPr/>
            <p:nvPr/>
          </p:nvSpPr>
          <p:spPr>
            <a:xfrm flipV="1">
              <a:off x="1348853" y="1192433"/>
              <a:ext cx="251422" cy="21674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5" name="Picture 5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182" y="0"/>
            <a:ext cx="6223817" cy="3745481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509" y="3870571"/>
            <a:ext cx="5033791" cy="293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8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24C7CAE-BB21-4207-BD3C-D49A65F7F863}"/>
              </a:ext>
            </a:extLst>
          </p:cNvPr>
          <p:cNvSpPr/>
          <p:nvPr/>
        </p:nvSpPr>
        <p:spPr>
          <a:xfrm>
            <a:off x="0" y="0"/>
            <a:ext cx="3655553" cy="6858000"/>
          </a:xfrm>
          <a:custGeom>
            <a:avLst/>
            <a:gdLst>
              <a:gd name="connsiteX0" fmla="*/ 0 w 6838122"/>
              <a:gd name="connsiteY0" fmla="*/ 0 h 6858000"/>
              <a:gd name="connsiteX1" fmla="*/ 6838122 w 6838122"/>
              <a:gd name="connsiteY1" fmla="*/ 0 h 6858000"/>
              <a:gd name="connsiteX2" fmla="*/ 2756452 w 6838122"/>
              <a:gd name="connsiteY2" fmla="*/ 6858000 h 6858000"/>
              <a:gd name="connsiteX3" fmla="*/ 0 w 6838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122" h="6858000">
                <a:moveTo>
                  <a:pt x="0" y="0"/>
                </a:moveTo>
                <a:lnTo>
                  <a:pt x="6838122" y="0"/>
                </a:lnTo>
                <a:lnTo>
                  <a:pt x="27564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0B0D5E1A-FBB2-4890-8610-486E7EEF32EA}"/>
              </a:ext>
            </a:extLst>
          </p:cNvPr>
          <p:cNvSpPr/>
          <p:nvPr/>
        </p:nvSpPr>
        <p:spPr>
          <a:xfrm flipH="1">
            <a:off x="8971722" y="1245705"/>
            <a:ext cx="3220278" cy="5612296"/>
          </a:xfrm>
          <a:prstGeom prst="rtTriangl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61362F64-A350-42A2-B0C8-3220904E21A2}"/>
              </a:ext>
            </a:extLst>
          </p:cNvPr>
          <p:cNvGrpSpPr/>
          <p:nvPr/>
        </p:nvGrpSpPr>
        <p:grpSpPr>
          <a:xfrm>
            <a:off x="2356940" y="2242735"/>
            <a:ext cx="4087433" cy="914400"/>
            <a:chOff x="5638800" y="788505"/>
            <a:chExt cx="4087433" cy="9144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00A7A327-60C0-44BF-A6BB-9C361C42F2D4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DD89E3C2-65CF-4AB5-9BE3-4D5D2E1BF6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8DA2A0DE-66FE-4F1B-B777-7FFE48A530F1}"/>
                </a:ext>
              </a:extLst>
            </p:cNvPr>
            <p:cNvSpPr txBox="1"/>
            <p:nvPr/>
          </p:nvSpPr>
          <p:spPr>
            <a:xfrm>
              <a:off x="6617132" y="942891"/>
              <a:ext cx="3109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Drew a sketch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00697DF5-D180-485C-A260-C5FD17E84D55}"/>
                </a:ext>
              </a:extLst>
            </p:cNvPr>
            <p:cNvCxnSpPr/>
            <p:nvPr/>
          </p:nvCxnSpPr>
          <p:spPr>
            <a:xfrm flipV="1">
              <a:off x="6707838" y="1466111"/>
              <a:ext cx="2074490" cy="7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30CB4F4E-D9E8-4064-9F48-4AF0E0BF072D}"/>
              </a:ext>
            </a:extLst>
          </p:cNvPr>
          <p:cNvGrpSpPr/>
          <p:nvPr/>
        </p:nvGrpSpPr>
        <p:grpSpPr>
          <a:xfrm>
            <a:off x="1901742" y="3396091"/>
            <a:ext cx="5565611" cy="914400"/>
            <a:chOff x="5638800" y="788505"/>
            <a:chExt cx="5565611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29BB589A-7177-495A-901D-9A78C624B2EE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CA1A09DD-DE30-4F6A-8352-92AFD79D5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A86C6E85-6393-4A63-9C98-0DE14EE6636D}"/>
                </a:ext>
              </a:extLst>
            </p:cNvPr>
            <p:cNvSpPr txBox="1"/>
            <p:nvPr/>
          </p:nvSpPr>
          <p:spPr>
            <a:xfrm>
              <a:off x="6608906" y="861273"/>
              <a:ext cx="459550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Designed Properly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38848C20-420B-490A-9BC6-73A66E50010A}"/>
                </a:ext>
              </a:extLst>
            </p:cNvPr>
            <p:cNvCxnSpPr/>
            <p:nvPr/>
          </p:nvCxnSpPr>
          <p:spPr>
            <a:xfrm>
              <a:off x="6704836" y="1474648"/>
              <a:ext cx="2687434" cy="114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93714A11-0503-4395-9EE0-4AC4693F2DC9}"/>
              </a:ext>
            </a:extLst>
          </p:cNvPr>
          <p:cNvGrpSpPr/>
          <p:nvPr/>
        </p:nvGrpSpPr>
        <p:grpSpPr>
          <a:xfrm>
            <a:off x="1549085" y="4529170"/>
            <a:ext cx="4462045" cy="914400"/>
            <a:chOff x="5638800" y="788505"/>
            <a:chExt cx="4462045" cy="9144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ADDF30F3-6A68-4C78-B5FF-32DE5CFC5347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xmlns="" id="{B2DA4257-3202-40A2-AB5B-296F80917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F5BA0C7F-AD58-4A67-A827-00F8D55570E5}"/>
                </a:ext>
              </a:extLst>
            </p:cNvPr>
            <p:cNvSpPr txBox="1"/>
            <p:nvPr/>
          </p:nvSpPr>
          <p:spPr>
            <a:xfrm>
              <a:off x="6555006" y="939453"/>
              <a:ext cx="35458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Used GUI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E42D0EFE-33E7-4FCA-B0DE-74E1BE9BEAEC}"/>
                </a:ext>
              </a:extLst>
            </p:cNvPr>
            <p:cNvCxnSpPr/>
            <p:nvPr/>
          </p:nvCxnSpPr>
          <p:spPr>
            <a:xfrm>
              <a:off x="6677344" y="1460965"/>
              <a:ext cx="1330872" cy="17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443F0CC9-CCA5-4E42-854E-AB5C8BACD2B5}"/>
              </a:ext>
            </a:extLst>
          </p:cNvPr>
          <p:cNvGrpSpPr/>
          <p:nvPr/>
        </p:nvGrpSpPr>
        <p:grpSpPr>
          <a:xfrm>
            <a:off x="1170346" y="5705180"/>
            <a:ext cx="5394587" cy="914400"/>
            <a:chOff x="5638800" y="788505"/>
            <a:chExt cx="5394587" cy="914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253DEBB6-7A88-4465-8371-6BB4A162D388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xmlns="" id="{3E94A877-0ED2-492B-8371-00E661B9CF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7EAF6BC4-CAA9-4C16-BC74-6F7BF711FFD1}"/>
                </a:ext>
              </a:extLst>
            </p:cNvPr>
            <p:cNvSpPr txBox="1"/>
            <p:nvPr/>
          </p:nvSpPr>
          <p:spPr>
            <a:xfrm>
              <a:off x="6704836" y="931665"/>
              <a:ext cx="432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Built Proper Connection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9F48B5C7-B452-464C-8DA2-8BDB7F31A8C8}"/>
                </a:ext>
              </a:extLst>
            </p:cNvPr>
            <p:cNvCxnSpPr/>
            <p:nvPr/>
          </p:nvCxnSpPr>
          <p:spPr>
            <a:xfrm flipV="1">
              <a:off x="6780303" y="1454885"/>
              <a:ext cx="3657981" cy="197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188008" y="322681"/>
            <a:ext cx="3964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  <a:latin typeface="Oswald" panose="02000503000000000000"/>
              </a:rPr>
              <a:t>Design and Development</a:t>
            </a:r>
            <a:endParaRPr lang="en-US" sz="2800" dirty="0">
              <a:solidFill>
                <a:srgbClr val="00FF00"/>
              </a:solidFill>
              <a:latin typeface="Oswald" panose="02000503000000000000"/>
            </a:endParaRPr>
          </a:p>
          <a:p>
            <a:endParaRPr lang="en-US" sz="4400" dirty="0">
              <a:solidFill>
                <a:srgbClr val="00FFFF"/>
              </a:solidFill>
              <a:latin typeface="Oswald" panose="02000503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324770" y="1305669"/>
            <a:ext cx="214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66FFFF"/>
                </a:solidFill>
                <a:latin typeface="Oswald" panose="02000503000000000000" pitchFamily="2" charset="0"/>
              </a:rPr>
              <a:t>Key Points</a:t>
            </a:r>
            <a:endParaRPr lang="en-US" sz="3200" dirty="0">
              <a:solidFill>
                <a:srgbClr val="66FFFF"/>
              </a:solidFill>
              <a:latin typeface="Oswald" panose="02000503000000000000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5121AD2F-A247-451E-AC08-8FAA20B8F78B}"/>
              </a:ext>
            </a:extLst>
          </p:cNvPr>
          <p:cNvGrpSpPr/>
          <p:nvPr/>
        </p:nvGrpSpPr>
        <p:grpSpPr>
          <a:xfrm>
            <a:off x="308445" y="839897"/>
            <a:ext cx="3723188" cy="405808"/>
            <a:chOff x="391575" y="1179443"/>
            <a:chExt cx="2165978" cy="22973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10F2BE7D-1004-411C-AA90-339717B88E3F}"/>
                </a:ext>
              </a:extLst>
            </p:cNvPr>
            <p:cNvSpPr/>
            <p:nvPr/>
          </p:nvSpPr>
          <p:spPr>
            <a:xfrm>
              <a:off x="391575" y="1179443"/>
              <a:ext cx="2165978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xmlns="" id="{891329A0-5CE1-4213-8F50-0B103CD06468}"/>
                </a:ext>
              </a:extLst>
            </p:cNvPr>
            <p:cNvSpPr/>
            <p:nvPr/>
          </p:nvSpPr>
          <p:spPr>
            <a:xfrm flipV="1">
              <a:off x="1348853" y="1192433"/>
              <a:ext cx="251422" cy="21674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321" y="50611"/>
            <a:ext cx="5484679" cy="33111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353" y="3356455"/>
            <a:ext cx="4758521" cy="352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2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24C7CAE-BB21-4207-BD3C-D49A65F7F863}"/>
              </a:ext>
            </a:extLst>
          </p:cNvPr>
          <p:cNvSpPr/>
          <p:nvPr/>
        </p:nvSpPr>
        <p:spPr>
          <a:xfrm>
            <a:off x="0" y="0"/>
            <a:ext cx="3655553" cy="6858000"/>
          </a:xfrm>
          <a:custGeom>
            <a:avLst/>
            <a:gdLst>
              <a:gd name="connsiteX0" fmla="*/ 0 w 6838122"/>
              <a:gd name="connsiteY0" fmla="*/ 0 h 6858000"/>
              <a:gd name="connsiteX1" fmla="*/ 6838122 w 6838122"/>
              <a:gd name="connsiteY1" fmla="*/ 0 h 6858000"/>
              <a:gd name="connsiteX2" fmla="*/ 2756452 w 6838122"/>
              <a:gd name="connsiteY2" fmla="*/ 6858000 h 6858000"/>
              <a:gd name="connsiteX3" fmla="*/ 0 w 6838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122" h="6858000">
                <a:moveTo>
                  <a:pt x="0" y="0"/>
                </a:moveTo>
                <a:lnTo>
                  <a:pt x="6838122" y="0"/>
                </a:lnTo>
                <a:lnTo>
                  <a:pt x="27564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0B0D5E1A-FBB2-4890-8610-486E7EEF32EA}"/>
              </a:ext>
            </a:extLst>
          </p:cNvPr>
          <p:cNvSpPr/>
          <p:nvPr/>
        </p:nvSpPr>
        <p:spPr>
          <a:xfrm flipH="1">
            <a:off x="8971722" y="1245705"/>
            <a:ext cx="3220278" cy="5612296"/>
          </a:xfrm>
          <a:prstGeom prst="rtTriangl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61362F64-A350-42A2-B0C8-3220904E21A2}"/>
              </a:ext>
            </a:extLst>
          </p:cNvPr>
          <p:cNvGrpSpPr/>
          <p:nvPr/>
        </p:nvGrpSpPr>
        <p:grpSpPr>
          <a:xfrm>
            <a:off x="2356940" y="2242735"/>
            <a:ext cx="4087433" cy="914400"/>
            <a:chOff x="5638800" y="788505"/>
            <a:chExt cx="4087433" cy="9144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00A7A327-60C0-44BF-A6BB-9C361C42F2D4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DD89E3C2-65CF-4AB5-9BE3-4D5D2E1BF6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8DA2A0DE-66FE-4F1B-B777-7FFE48A530F1}"/>
                </a:ext>
              </a:extLst>
            </p:cNvPr>
            <p:cNvSpPr txBox="1"/>
            <p:nvPr/>
          </p:nvSpPr>
          <p:spPr>
            <a:xfrm>
              <a:off x="6617132" y="942891"/>
              <a:ext cx="31091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Can Add Products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00697DF5-D180-485C-A260-C5FD17E84D55}"/>
                </a:ext>
              </a:extLst>
            </p:cNvPr>
            <p:cNvCxnSpPr/>
            <p:nvPr/>
          </p:nvCxnSpPr>
          <p:spPr>
            <a:xfrm flipV="1">
              <a:off x="6707838" y="1466111"/>
              <a:ext cx="2585152" cy="7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30CB4F4E-D9E8-4064-9F48-4AF0E0BF072D}"/>
              </a:ext>
            </a:extLst>
          </p:cNvPr>
          <p:cNvGrpSpPr/>
          <p:nvPr/>
        </p:nvGrpSpPr>
        <p:grpSpPr>
          <a:xfrm>
            <a:off x="1901742" y="3396091"/>
            <a:ext cx="5565611" cy="914400"/>
            <a:chOff x="5638800" y="788505"/>
            <a:chExt cx="5565611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29BB589A-7177-495A-901D-9A78C624B2EE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CA1A09DD-DE30-4F6A-8352-92AFD79D5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A86C6E85-6393-4A63-9C98-0DE14EE6636D}"/>
                </a:ext>
              </a:extLst>
            </p:cNvPr>
            <p:cNvSpPr txBox="1"/>
            <p:nvPr/>
          </p:nvSpPr>
          <p:spPr>
            <a:xfrm>
              <a:off x="6608906" y="861273"/>
              <a:ext cx="459550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Will Get </a:t>
              </a:r>
              <a:r>
                <a:rPr lang="en-US" sz="2800" b="1" dirty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T</a:t>
              </a:r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otal </a:t>
              </a:r>
              <a:r>
                <a:rPr lang="en-US" sz="2800" b="1" dirty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A</a:t>
              </a:r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nd </a:t>
              </a:r>
              <a:r>
                <a:rPr lang="en-US" sz="2800" b="1" dirty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S</a:t>
              </a:r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ub Total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38848C20-420B-490A-9BC6-73A66E50010A}"/>
                </a:ext>
              </a:extLst>
            </p:cNvPr>
            <p:cNvCxnSpPr/>
            <p:nvPr/>
          </p:nvCxnSpPr>
          <p:spPr>
            <a:xfrm>
              <a:off x="6704836" y="1474648"/>
              <a:ext cx="4076747" cy="92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93714A11-0503-4395-9EE0-4AC4693F2DC9}"/>
              </a:ext>
            </a:extLst>
          </p:cNvPr>
          <p:cNvGrpSpPr/>
          <p:nvPr/>
        </p:nvGrpSpPr>
        <p:grpSpPr>
          <a:xfrm>
            <a:off x="1549085" y="4529170"/>
            <a:ext cx="4462045" cy="914400"/>
            <a:chOff x="5638800" y="788505"/>
            <a:chExt cx="4462045" cy="9144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ADDF30F3-6A68-4C78-B5FF-32DE5CFC5347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xmlns="" id="{B2DA4257-3202-40A2-AB5B-296F80917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F5BA0C7F-AD58-4A67-A827-00F8D55570E5}"/>
                </a:ext>
              </a:extLst>
            </p:cNvPr>
            <p:cNvSpPr txBox="1"/>
            <p:nvPr/>
          </p:nvSpPr>
          <p:spPr>
            <a:xfrm>
              <a:off x="6555006" y="939453"/>
              <a:ext cx="35458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Will Store in a Table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E42D0EFE-33E7-4FCA-B0DE-74E1BE9BEAEC}"/>
                </a:ext>
              </a:extLst>
            </p:cNvPr>
            <p:cNvCxnSpPr/>
            <p:nvPr/>
          </p:nvCxnSpPr>
          <p:spPr>
            <a:xfrm>
              <a:off x="6677344" y="1460965"/>
              <a:ext cx="2963165" cy="17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443F0CC9-CCA5-4E42-854E-AB5C8BACD2B5}"/>
              </a:ext>
            </a:extLst>
          </p:cNvPr>
          <p:cNvGrpSpPr/>
          <p:nvPr/>
        </p:nvGrpSpPr>
        <p:grpSpPr>
          <a:xfrm>
            <a:off x="1170346" y="5705180"/>
            <a:ext cx="5394587" cy="914400"/>
            <a:chOff x="5638800" y="788505"/>
            <a:chExt cx="5394587" cy="914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253DEBB6-7A88-4465-8371-6BB4A162D388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xmlns="" id="{3E94A877-0ED2-492B-8371-00E661B9CF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7EAF6BC4-CAA9-4C16-BC74-6F7BF711FFD1}"/>
                </a:ext>
              </a:extLst>
            </p:cNvPr>
            <p:cNvSpPr txBox="1"/>
            <p:nvPr/>
          </p:nvSpPr>
          <p:spPr>
            <a:xfrm>
              <a:off x="6704836" y="931665"/>
              <a:ext cx="4328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Able To Print Bill</a:t>
              </a:r>
              <a:endParaRPr lang="en-US" sz="28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9F48B5C7-B452-464C-8DA2-8BDB7F31A8C8}"/>
                </a:ext>
              </a:extLst>
            </p:cNvPr>
            <p:cNvCxnSpPr/>
            <p:nvPr/>
          </p:nvCxnSpPr>
          <p:spPr>
            <a:xfrm flipV="1">
              <a:off x="5723220" y="1490035"/>
              <a:ext cx="3657981" cy="197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188008" y="322681"/>
            <a:ext cx="3964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33CC"/>
                </a:solidFill>
                <a:latin typeface="Oswald" panose="02000503000000000000"/>
              </a:rPr>
              <a:t>Result / Analysis</a:t>
            </a:r>
            <a:endParaRPr lang="en-US" sz="2800" dirty="0" smtClean="0">
              <a:solidFill>
                <a:srgbClr val="FF33CC"/>
              </a:solidFill>
              <a:latin typeface="Oswald" panose="02000503000000000000"/>
            </a:endParaRPr>
          </a:p>
          <a:p>
            <a:endParaRPr lang="en-US" sz="4400" dirty="0">
              <a:solidFill>
                <a:srgbClr val="00FFFF"/>
              </a:solidFill>
              <a:latin typeface="Oswald" panose="02000503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A0336A27-95C3-4B18-9267-F7CD79D752F3}"/>
              </a:ext>
            </a:extLst>
          </p:cNvPr>
          <p:cNvSpPr txBox="1"/>
          <p:nvPr/>
        </p:nvSpPr>
        <p:spPr>
          <a:xfrm>
            <a:off x="324770" y="1305669"/>
            <a:ext cx="2148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66FFFF"/>
                </a:solidFill>
                <a:latin typeface="Oswald" panose="02000503000000000000" pitchFamily="2" charset="0"/>
              </a:rPr>
              <a:t>Key Points</a:t>
            </a:r>
            <a:endParaRPr lang="en-US" sz="3200" dirty="0">
              <a:solidFill>
                <a:srgbClr val="66FFFF"/>
              </a:solidFill>
              <a:latin typeface="Oswald" panose="02000503000000000000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xmlns="" id="{5121AD2F-A247-451E-AC08-8FAA20B8F78B}"/>
              </a:ext>
            </a:extLst>
          </p:cNvPr>
          <p:cNvGrpSpPr/>
          <p:nvPr/>
        </p:nvGrpSpPr>
        <p:grpSpPr>
          <a:xfrm>
            <a:off x="248706" y="780383"/>
            <a:ext cx="2594812" cy="405808"/>
            <a:chOff x="391575" y="1179443"/>
            <a:chExt cx="2165978" cy="229733"/>
          </a:xfrm>
          <a:solidFill>
            <a:schemeClr val="accent4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xmlns="" id="{10F2BE7D-1004-411C-AA90-339717B88E3F}"/>
                </a:ext>
              </a:extLst>
            </p:cNvPr>
            <p:cNvSpPr/>
            <p:nvPr/>
          </p:nvSpPr>
          <p:spPr>
            <a:xfrm>
              <a:off x="391575" y="1179443"/>
              <a:ext cx="2165978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xmlns="" id="{891329A0-5CE1-4213-8F50-0B103CD06468}"/>
                </a:ext>
              </a:extLst>
            </p:cNvPr>
            <p:cNvSpPr/>
            <p:nvPr/>
          </p:nvSpPr>
          <p:spPr>
            <a:xfrm flipV="1">
              <a:off x="1348853" y="1192433"/>
              <a:ext cx="251422" cy="21674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563" y="638730"/>
            <a:ext cx="5798437" cy="25661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525" y="4060663"/>
            <a:ext cx="5147475" cy="282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2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24C7CAE-BB21-4207-BD3C-D49A65F7F863}"/>
              </a:ext>
            </a:extLst>
          </p:cNvPr>
          <p:cNvSpPr/>
          <p:nvPr/>
        </p:nvSpPr>
        <p:spPr>
          <a:xfrm>
            <a:off x="0" y="0"/>
            <a:ext cx="3958825" cy="6858000"/>
          </a:xfrm>
          <a:custGeom>
            <a:avLst/>
            <a:gdLst>
              <a:gd name="connsiteX0" fmla="*/ 0 w 6838122"/>
              <a:gd name="connsiteY0" fmla="*/ 0 h 6858000"/>
              <a:gd name="connsiteX1" fmla="*/ 6838122 w 6838122"/>
              <a:gd name="connsiteY1" fmla="*/ 0 h 6858000"/>
              <a:gd name="connsiteX2" fmla="*/ 2756452 w 6838122"/>
              <a:gd name="connsiteY2" fmla="*/ 6858000 h 6858000"/>
              <a:gd name="connsiteX3" fmla="*/ 0 w 6838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122" h="6858000">
                <a:moveTo>
                  <a:pt x="0" y="0"/>
                </a:moveTo>
                <a:lnTo>
                  <a:pt x="6838122" y="0"/>
                </a:lnTo>
                <a:lnTo>
                  <a:pt x="27564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0B0D5E1A-FBB2-4890-8610-486E7EEF32EA}"/>
              </a:ext>
            </a:extLst>
          </p:cNvPr>
          <p:cNvSpPr/>
          <p:nvPr/>
        </p:nvSpPr>
        <p:spPr>
          <a:xfrm flipH="1">
            <a:off x="8971722" y="1245705"/>
            <a:ext cx="3220278" cy="5612296"/>
          </a:xfrm>
          <a:prstGeom prst="rtTriangl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4F3F71F-58B8-40AF-AC74-E9E459A4D3D7}"/>
              </a:ext>
            </a:extLst>
          </p:cNvPr>
          <p:cNvSpPr txBox="1"/>
          <p:nvPr/>
        </p:nvSpPr>
        <p:spPr>
          <a:xfrm>
            <a:off x="219665" y="537819"/>
            <a:ext cx="24834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66FFFF"/>
                </a:solidFill>
                <a:latin typeface="Oswald" panose="02000503000000000000" pitchFamily="2" charset="0"/>
              </a:rPr>
              <a:t>Conclusion</a:t>
            </a:r>
            <a:endParaRPr lang="en-US" sz="4000" dirty="0">
              <a:solidFill>
                <a:srgbClr val="66FFFF"/>
              </a:solidFill>
              <a:latin typeface="Oswald" panose="02000503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084FCB5C-8115-410D-8147-A8688843FD8C}"/>
              </a:ext>
            </a:extLst>
          </p:cNvPr>
          <p:cNvGrpSpPr/>
          <p:nvPr/>
        </p:nvGrpSpPr>
        <p:grpSpPr>
          <a:xfrm>
            <a:off x="349990" y="1118575"/>
            <a:ext cx="1655697" cy="254260"/>
            <a:chOff x="205206" y="1251668"/>
            <a:chExt cx="1655697" cy="254260"/>
          </a:xfrm>
          <a:solidFill>
            <a:srgbClr val="33CCFF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535B3D0C-1342-4EEF-9511-73A936925F21}"/>
                </a:ext>
              </a:extLst>
            </p:cNvPr>
            <p:cNvSpPr/>
            <p:nvPr/>
          </p:nvSpPr>
          <p:spPr>
            <a:xfrm>
              <a:off x="205206" y="1251668"/>
              <a:ext cx="1655697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xmlns="" id="{A13B8B93-39C0-42C5-87A7-FE7221F0AD33}"/>
                </a:ext>
              </a:extLst>
            </p:cNvPr>
            <p:cNvSpPr/>
            <p:nvPr/>
          </p:nvSpPr>
          <p:spPr>
            <a:xfrm flipV="1">
              <a:off x="900267" y="1276985"/>
              <a:ext cx="265574" cy="22894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2FDBD51-9EE2-40EC-B7AE-A458E97BEAF2}"/>
              </a:ext>
            </a:extLst>
          </p:cNvPr>
          <p:cNvSpPr txBox="1"/>
          <p:nvPr/>
        </p:nvSpPr>
        <p:spPr>
          <a:xfrm>
            <a:off x="480316" y="1358272"/>
            <a:ext cx="1395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FF00"/>
                </a:solidFill>
                <a:latin typeface="Oswald" panose="02000503000000000000" pitchFamily="2" charset="0"/>
              </a:rPr>
              <a:t>Key Points</a:t>
            </a:r>
            <a:endParaRPr lang="en-US" sz="2800" dirty="0">
              <a:solidFill>
                <a:srgbClr val="FFFF00"/>
              </a:solidFill>
              <a:latin typeface="Oswald" panose="02000503000000000000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61362F64-A350-42A2-B0C8-3220904E21A2}"/>
              </a:ext>
            </a:extLst>
          </p:cNvPr>
          <p:cNvGrpSpPr/>
          <p:nvPr/>
        </p:nvGrpSpPr>
        <p:grpSpPr>
          <a:xfrm>
            <a:off x="2895765" y="1182540"/>
            <a:ext cx="3697378" cy="914400"/>
            <a:chOff x="5638800" y="788505"/>
            <a:chExt cx="3697378" cy="9144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00A7A327-60C0-44BF-A6BB-9C361C42F2D4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DD89E3C2-65CF-4AB5-9BE3-4D5D2E1BF6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8DA2A0DE-66FE-4F1B-B777-7FFE48A530F1}"/>
                </a:ext>
              </a:extLst>
            </p:cNvPr>
            <p:cNvSpPr txBox="1"/>
            <p:nvPr/>
          </p:nvSpPr>
          <p:spPr>
            <a:xfrm>
              <a:off x="6600761" y="917532"/>
              <a:ext cx="2735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Used </a:t>
              </a:r>
              <a:r>
                <a:rPr lang="en-US" sz="2400" b="1" dirty="0" err="1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Graphis</a:t>
              </a:r>
              <a:r>
                <a:rPr lang="en-US" sz="24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 of JAVA</a:t>
              </a:r>
              <a:endParaRPr lang="en-US" sz="24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00697DF5-D180-485C-A260-C5FD17E84D55}"/>
                </a:ext>
              </a:extLst>
            </p:cNvPr>
            <p:cNvCxnSpPr/>
            <p:nvPr/>
          </p:nvCxnSpPr>
          <p:spPr>
            <a:xfrm>
              <a:off x="6701860" y="1379197"/>
              <a:ext cx="2188757" cy="113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30CB4F4E-D9E8-4064-9F48-4AF0E0BF072D}"/>
              </a:ext>
            </a:extLst>
          </p:cNvPr>
          <p:cNvGrpSpPr/>
          <p:nvPr/>
        </p:nvGrpSpPr>
        <p:grpSpPr>
          <a:xfrm>
            <a:off x="2488664" y="2527535"/>
            <a:ext cx="3740886" cy="914400"/>
            <a:chOff x="5638800" y="788505"/>
            <a:chExt cx="3740886" cy="9144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29BB589A-7177-495A-901D-9A78C624B2EE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xmlns="" id="{CA1A09DD-DE30-4F6A-8352-92AFD79D5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A86C6E85-6393-4A63-9C98-0DE14EE6636D}"/>
                </a:ext>
              </a:extLst>
            </p:cNvPr>
            <p:cNvSpPr txBox="1"/>
            <p:nvPr/>
          </p:nvSpPr>
          <p:spPr>
            <a:xfrm>
              <a:off x="6644269" y="973100"/>
              <a:ext cx="2735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User Friendly Software</a:t>
              </a:r>
              <a:endParaRPr lang="en-US" sz="24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38848C20-420B-490A-9BC6-73A66E50010A}"/>
                </a:ext>
              </a:extLst>
            </p:cNvPr>
            <p:cNvCxnSpPr/>
            <p:nvPr/>
          </p:nvCxnSpPr>
          <p:spPr>
            <a:xfrm>
              <a:off x="6727046" y="1430472"/>
              <a:ext cx="24421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93714A11-0503-4395-9EE0-4AC4693F2DC9}"/>
              </a:ext>
            </a:extLst>
          </p:cNvPr>
          <p:cNvGrpSpPr/>
          <p:nvPr/>
        </p:nvGrpSpPr>
        <p:grpSpPr>
          <a:xfrm>
            <a:off x="2147727" y="3872530"/>
            <a:ext cx="3715474" cy="914400"/>
            <a:chOff x="5638800" y="788505"/>
            <a:chExt cx="3715474" cy="9144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ADDF30F3-6A68-4C78-B5FF-32DE5CFC5347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xmlns="" id="{B2DA4257-3202-40A2-AB5B-296F809178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F5BA0C7F-AD58-4A67-A827-00F8D55570E5}"/>
                </a:ext>
              </a:extLst>
            </p:cNvPr>
            <p:cNvSpPr txBox="1"/>
            <p:nvPr/>
          </p:nvSpPr>
          <p:spPr>
            <a:xfrm>
              <a:off x="6618857" y="960053"/>
              <a:ext cx="27354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Checked Multiple Times</a:t>
              </a:r>
            </a:p>
            <a:p>
              <a:endParaRPr lang="en-US" sz="1600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xmlns="" id="{E42D0EFE-33E7-4FCA-B0DE-74E1BE9BEAEC}"/>
                </a:ext>
              </a:extLst>
            </p:cNvPr>
            <p:cNvCxnSpPr/>
            <p:nvPr/>
          </p:nvCxnSpPr>
          <p:spPr>
            <a:xfrm flipV="1">
              <a:off x="6704836" y="1470153"/>
              <a:ext cx="2427382" cy="4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xmlns="" id="{443F0CC9-CCA5-4E42-854E-AB5C8BACD2B5}"/>
              </a:ext>
            </a:extLst>
          </p:cNvPr>
          <p:cNvGrpSpPr/>
          <p:nvPr/>
        </p:nvGrpSpPr>
        <p:grpSpPr>
          <a:xfrm>
            <a:off x="1637118" y="5182559"/>
            <a:ext cx="3738540" cy="914400"/>
            <a:chOff x="5638800" y="788505"/>
            <a:chExt cx="3738540" cy="914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253DEBB6-7A88-4465-8371-6BB4A162D388}"/>
                </a:ext>
              </a:extLst>
            </p:cNvPr>
            <p:cNvSpPr/>
            <p:nvPr/>
          </p:nvSpPr>
          <p:spPr>
            <a:xfrm>
              <a:off x="5638800" y="788505"/>
              <a:ext cx="914400" cy="914400"/>
            </a:xfrm>
            <a:prstGeom prst="ellipse">
              <a:avLst/>
            </a:prstGeom>
            <a:solidFill>
              <a:srgbClr val="FF33CC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xmlns="" id="{3E94A877-0ED2-492B-8371-00E661B9CF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8" t="23897" r="6992" b="34054"/>
            <a:stretch/>
          </p:blipFill>
          <p:spPr>
            <a:xfrm>
              <a:off x="5790436" y="1100821"/>
              <a:ext cx="611128" cy="28976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7EAF6BC4-CAA9-4C16-BC74-6F7BF711FFD1}"/>
                </a:ext>
              </a:extLst>
            </p:cNvPr>
            <p:cNvSpPr txBox="1"/>
            <p:nvPr/>
          </p:nvSpPr>
          <p:spPr>
            <a:xfrm>
              <a:off x="6641923" y="928924"/>
              <a:ext cx="27354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1">
                      <a:lumMod val="50000"/>
                    </a:schemeClr>
                  </a:solidFill>
                  <a:latin typeface="Oswald" panose="02000503000000000000" pitchFamily="2" charset="0"/>
                </a:rPr>
                <a:t>No Error Is Found</a:t>
              </a:r>
              <a:endParaRPr lang="en-US" sz="2400" b="1" dirty="0">
                <a:solidFill>
                  <a:schemeClr val="accent1">
                    <a:lumMod val="50000"/>
                  </a:schemeClr>
                </a:solidFill>
                <a:latin typeface="Oswald" panose="02000503000000000000" pitchFamily="2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9F48B5C7-B452-464C-8DA2-8BDB7F31A8C8}"/>
                </a:ext>
              </a:extLst>
            </p:cNvPr>
            <p:cNvCxnSpPr/>
            <p:nvPr/>
          </p:nvCxnSpPr>
          <p:spPr>
            <a:xfrm flipV="1">
              <a:off x="6704836" y="1413651"/>
              <a:ext cx="1887798" cy="165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218" y="1"/>
            <a:ext cx="5816483" cy="3169502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180" y="3282771"/>
            <a:ext cx="6242820" cy="35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4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824C7CAE-BB21-4207-BD3C-D49A65F7F863}"/>
              </a:ext>
            </a:extLst>
          </p:cNvPr>
          <p:cNvSpPr/>
          <p:nvPr/>
        </p:nvSpPr>
        <p:spPr>
          <a:xfrm>
            <a:off x="0" y="0"/>
            <a:ext cx="7073660" cy="6858000"/>
          </a:xfrm>
          <a:custGeom>
            <a:avLst/>
            <a:gdLst>
              <a:gd name="connsiteX0" fmla="*/ 0 w 6838122"/>
              <a:gd name="connsiteY0" fmla="*/ 0 h 6858000"/>
              <a:gd name="connsiteX1" fmla="*/ 6838122 w 6838122"/>
              <a:gd name="connsiteY1" fmla="*/ 0 h 6858000"/>
              <a:gd name="connsiteX2" fmla="*/ 2756452 w 6838122"/>
              <a:gd name="connsiteY2" fmla="*/ 6858000 h 6858000"/>
              <a:gd name="connsiteX3" fmla="*/ 0 w 68381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8122" h="6858000">
                <a:moveTo>
                  <a:pt x="0" y="0"/>
                </a:moveTo>
                <a:lnTo>
                  <a:pt x="6838122" y="0"/>
                </a:lnTo>
                <a:lnTo>
                  <a:pt x="27564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xmlns="" id="{0B0D5E1A-FBB2-4890-8610-486E7EEF32EA}"/>
              </a:ext>
            </a:extLst>
          </p:cNvPr>
          <p:cNvSpPr/>
          <p:nvPr/>
        </p:nvSpPr>
        <p:spPr>
          <a:xfrm flipH="1">
            <a:off x="8971722" y="1245705"/>
            <a:ext cx="3220278" cy="5612296"/>
          </a:xfrm>
          <a:prstGeom prst="rtTriangl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223490" y="2112861"/>
            <a:ext cx="84883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b="1" dirty="0" smtClean="0">
                <a:solidFill>
                  <a:srgbClr val="C00000"/>
                </a:solidFill>
                <a:latin typeface="Algerian" panose="04020705040A02060702" pitchFamily="82" charset="0"/>
              </a:rPr>
              <a:t>Thank you</a:t>
            </a:r>
            <a:endParaRPr lang="en-US" sz="120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59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146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Agency FB</vt:lpstr>
      <vt:lpstr>Algerian</vt:lpstr>
      <vt:lpstr>Arial</vt:lpstr>
      <vt:lpstr>Calibri</vt:lpstr>
      <vt:lpstr>Calibri Light</vt:lpstr>
      <vt:lpstr>Niagara Solid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pc</cp:lastModifiedBy>
  <cp:revision>22</cp:revision>
  <dcterms:created xsi:type="dcterms:W3CDTF">2019-01-11T18:14:37Z</dcterms:created>
  <dcterms:modified xsi:type="dcterms:W3CDTF">2022-12-26T23:11:35Z</dcterms:modified>
</cp:coreProperties>
</file>